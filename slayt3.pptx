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arget="https://www.youtube.com/embed/rrbEm3qhlQ8" TargetMode="External" Type="http://schemas.openxmlformats.org/officeDocument/2006/relationships/video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⚖️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Ahlaki Davranışlar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43584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43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Sözlü Olmak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883664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883664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1956816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19568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16" name="Text 14"/>
          <p:cNvSpPr/>
          <p:nvPr/>
        </p:nvSpPr>
        <p:spPr>
          <a:xfrm>
            <a:off x="1371600" y="1920240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Merhametli Olmak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596896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2670048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6700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1" name="Text 19"/>
          <p:cNvSpPr/>
          <p:nvPr/>
        </p:nvSpPr>
        <p:spPr>
          <a:xfrm>
            <a:off x="1371600" y="2633472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 ve Nezaket Kurallarına Uymak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31012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10128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38328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383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26" name="Text 24"/>
          <p:cNvSpPr/>
          <p:nvPr/>
        </p:nvSpPr>
        <p:spPr>
          <a:xfrm>
            <a:off x="1371600" y="3346704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Vatanımızı Sevmek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23360"/>
            <a:ext cx="82296" cy="585216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4096512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09651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152" dirty="0"/>
          </a:p>
        </p:txBody>
      </p:sp>
      <p:sp>
        <p:nvSpPr>
          <p:cNvPr id="31" name="Text 29"/>
          <p:cNvSpPr/>
          <p:nvPr/>
        </p:nvSpPr>
        <p:spPr>
          <a:xfrm>
            <a:off x="1371600" y="4059936"/>
            <a:ext cx="7178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Kunut Duaları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Sözlü Olmak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Ahlak, insanın iyi veya kötü vasıflandırılmasına yol açan manevi nitelikleri, huyları ve iradeli davranışlarının bütünüdür.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Doğruluk, söz, davranış ve niyet bakımından dürüstlük ve iyilikten yana olmaktır; güven, adalet ve samimiyet gibi erdemleri kapsar.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Verdiği sözde duran, emaneti koruyan bireyler toplumda değer kazanır.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Sözlü Olmak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Yalan söylemek insanlar arasında düşmanlık ve güvensizliğe yol açar.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peygamberlikten önce "el-Emin" lakabıyla anılmıştır ve şakayla bile yalan söylememiştir.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 peygamberlerin temel özelliklerindendir.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Merhametli Olmak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Merhamet; şefkat gösterme, acıma, yumuşak huylu olma, affetme ve bağışlama şeklinde tanımlanır.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İlişkili kavramlar sevgi, şefkat ve vicdandır.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rahmetini ifade eden isimlerin başında Rahman (bütün varlıklara merhamet) ve Rahim (ahirette sadece inananlara merhamet) gelir.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Merhametli Olmak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 (sav) "âlemlere rahmet olarak" gönderilmiştir.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Merhametli insanlar kin, kibir, kıskançlık ve nefretten uzak durur; "Karıncayı bile incitmez." ifadesiyle anılır.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 ve Nezaket Kurallarına Uymak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Adap, edep kelimesinin çoğuludur; bir toplumda örf, âdet, kural hâlini almış iyi ve güzel davranışlardır.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Nezaket, insanlara kibar ve saygılı davranmaktır.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 ana başlık: Selamlaşma adabı (Selam: iyi niyet, saygı ve sevgi dileme duası; "Selamünaleyküm" ortak sözdür), İletişim ve konuşma adabı (doğru sözlü olmak, açık konuşmak, kırıcı olmamak; sosyal medyada mahremiyete…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Vatanımızı Sevmek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Vatan, belli bir topluluğun ve milletin hâkim güç olarak yaşadığı, sınırları belli toprak parçasıdır.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Millet, aynı topraklarda yaşayan, din, dil, tarih, ülkü, gelenek birliği olan insan topluluğudur.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yolunda veya vatan, namus, mal ve can güvenliği için savaşırken öldürülen mümine şehit, savaşıp sağ dönen kişiye gazi denir.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Dua Öğreniyorum: Kunut Duaları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Kunut, sözlükte "itaat etmek, ibadet etmek ve ayakta durmak", terim olarak namazda Allah'a sığınmak ve dua etmek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Kunut duaları, yatsı namazının ardından kılınan vitir namazının son rekâtında okunur; zor durumlarda, salgın hastalıklarda ve doğal afetlerde de okunduğu rivayet edilir.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Ahlak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emanet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Yalan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Merhamet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şefkat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vicdan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Rahman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Rahim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Selamlaşma adabı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İletişim ve konuşma adabı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Sofra adabı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besmele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israf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iman edenler! Bir topluluk diğer bir topluluğu alaya almasın.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Hucurat suresi, 11.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Ey iman edenler! Doğru sözlü olun ve doğrularla beraber olun.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Tevbe suresi, 119.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Karagöz Hacivat - Ahlak Dersleri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Çanakkale Savaşı ve Kurtuluş Savaşı vatan mücadelesinin örnekleridir.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Ağustos 1974'te Kıbrıs Barış Harekâtı gerçekleştirilmiş, Türk ordusu 498, Kıbrıs Türkleri 1672 şehit vermiştir.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Temmuz 2016'daki darbe girişimi millî birlikle önlenmiş, Ömer Halisdemir bu uğurda şehit olmuştur.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Vatan bağımsızlığı, milletin kendi topraklarında karar verme gücü olan egemenlik ile korunur.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Ahlaki Davranışlar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3. Ünite: Ahlaki Davranışlar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