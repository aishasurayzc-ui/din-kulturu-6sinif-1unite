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arget="https://www.youtube.com/embed/NG1faXxD8OQ" TargetMode="External" Type="http://schemas.openxmlformats.org/officeDocument/2006/relationships/video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Peygamberliğinden Önce Hz. Muhammed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Fil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Peygamber, Arap Yarımadası'nın Hicaz bölgesinde bulunan Mekke'de doğmuştur.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Kur'an'a göre yeryüzündeki ilk mabet olan Kâbe, Mekke'dedir; Hz. Âdem tarafından yapıldığı, Hz. İbrahim ile oğlu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İsmail tarafından yeniden inşa edildiği rivayet edilir.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Putlara tapma, soyla övünme, adaletsizlik gibi olumsuz davranışların yaygın olduğu döneme Cahiliye Dönemi denir.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Mekke'de putperestlik (şirk, müşrik) yaygındı; tevhit inancını benimseyenlere hanif denirdi.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Halk göçebe (bedevi) ve yerleşik (hadari) olarak ikiye ayrılırdı; kabileler hâlinde yaşarlardı.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Yılın belli zamanlarında panayırlar kurulurdu.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Dedesi Abdülmuttalib, Kureyş kabilesinin reisiydi. Babası Abdullah, doğumundan önce Medine'de vefat etti. Annesi Amine'dir.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Muhammed, hicri Rebiyülevvel ayının 12'sinde, miladi 20 Nisan 571'de Mekke'de doğdu.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 yaş: sütannesi Halime'nin yanında (ilk sütannesi Süveybe). 4-6 yaş: annesi Amine'yle (annesi Ebva köyünde vefat etti).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yaş: dedesi Abdülmuttalib'in yanında. 8-25 yaş: amcası Ebu Talib'in yanında; ticaret ve çobanlık yaptı.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İsimleri: Muhammed (övgüye değer), Ahmed, Mustafa (seçilmiş).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Dürüstlüğü ve güvenilirliğiyle tanınan Hz. Muhammed'e Mekke halkı "emin" (el-Emin) lakabını verdi.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Yemenli bir tüccarın malına haksızlık yapılması üzerine, haksızlığa uğrayanlara yardım için Hilfülfudul (erdemli insanların sözleşmesi) kuruldu;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yirmili yaşlarında bu topluluğa katıldı.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 onarımında Hacerülesved'in (siyah taş) yerine konması konusunda kabileler anlaşamayınca Hz.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hakem seçildi ve sorunu adaletle çözdü.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 tüccar Hatice ile evlendi; altı çocukları oldu (Kasım, Zeyneb, Rukiye, Ümmü Gülsüm, Fatıma, Abdullah) — sadece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Fatıma Peygamber hayattayken vefat etmedi. İlk çocuğu Kasım'ın adından künyesi "Ebülkasım" oldu.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Fil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suresi, fillerle donatılmış ordusuyla Kâbe'yi yıkmaya gelen Ebrehe'nin helak edilişini anlatır.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 Valisi Ebrehe, Sana şehrinde bir kilise inşa ederek Mekke'nin ticaretine engel olmak istemiş, sonra Kâbe'yi yıkmaya karar vermiştir.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Mekke'ye doğru ilerletilmek istendiğinde yerinden kımıldamamış; sürü sürü kuşlar balçıktan pişirilmiş taşlarla orduyu darmadağın etmiştir.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olaya "Fil Vakası" denir ve Hz. Muhammed'in doğumundan bir süre önce gerçekleşmiştir.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Hicaz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Cahiliye Dönemi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bedevi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hadari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panayır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Abdülmuttalib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 Talib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Hilfülfudul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Andolsun, Allah'ın Resulünde sizin için güzel bir örnek vardır.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21.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 elbette yüce bir ahlak üzeresin.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868680"/>
            <a:ext cx="7315200" cy="3703320"/>
          </a:xfrm>
          <a:prstGeom prst="roundRect">
            <a:avLst>
              <a:gd name="adj" fmla="val 1481"/>
            </a:avLst>
          </a:prstGeom>
          <a:solidFill>
            <a:srgbClr val="000000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3" name="Media 0"/>
          <p:cNvPicPr/>
          <p:nvPr>
            <a:videoFile r:link="rId1"/>
          </p:nvPr>
        </p:nvPicPr>
        <p:blipFill>
          <a:blip r:embed="rId2"/>
          <a:stretch>
            <a:fillRect/>
          </a:stretch>
        </p:blipFill>
        <p:spPr>
          <a:xfrm>
            <a:off x="987552" y="941832"/>
            <a:ext cx="7168896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Çöldeki Işık | Hz. Muhammed'in (s.a.v.) Hayatı - 1. Bölüm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Fil Suresi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4. Ünite: Peygamberliğinden Önce Hz. Muhammed</dc:title>
  <dc:subject>PptxGenJS Presentation</dc:subject>
  <dc:creator>Ayşe Yazıcı</dc:creator>
  <cp:lastModifiedBy>Ayşe Yazıcı</cp:lastModifiedBy>
  <cp:revision>1</cp:revision>
  <dcterms:created xsi:type="dcterms:W3CDTF">2026-07-12T13:24:05Z</dcterms:created>
  <dcterms:modified xsi:type="dcterms:W3CDTF">2026-07-12T13:24:05Z</dcterms:modified>
</cp:coreProperties>
</file>